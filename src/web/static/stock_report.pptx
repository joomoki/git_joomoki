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주모키 AI 추천 종목 Top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기준일: 2026-02-09</a:t>
            </a:r>
          </a:p>
          <a:p>
            <a:r>
              <a:t>스마트폰 최적화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삼성전자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166,400원 (005930)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005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65.67</a:t>
            </a:r>
          </a:p>
          <a:p>
            <a:pPr>
              <a:defRPr sz="1400"/>
            </a:pPr>
            <a:r>
              <a:t>거래량: 41541.0억원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SK하이닉스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887,000원 (000660)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0006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63.52</a:t>
            </a:r>
          </a:p>
          <a:p>
            <a:pPr>
              <a:defRPr sz="1400"/>
            </a:pPr>
            <a:r>
              <a:t>거래량: 37507.0억원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현대차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478,000원 (005380)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0053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57.42</a:t>
            </a:r>
          </a:p>
          <a:p>
            <a:pPr>
              <a:defRPr sz="1400"/>
            </a:pPr>
            <a:r>
              <a:t>거래량: 7256.0억원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삼성전자우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115,200원 (005935)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005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59.36</a:t>
            </a:r>
          </a:p>
          <a:p>
            <a:pPr>
              <a:defRPr sz="1400"/>
            </a:pPr>
            <a:r>
              <a:t>거래량: 3870.0억원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SK스퀘어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563,000원 (402340)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402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65.63</a:t>
            </a:r>
          </a:p>
          <a:p>
            <a:pPr>
              <a:defRPr sz="1400"/>
            </a:pPr>
            <a:r>
              <a:t>거래량: 4919.0억원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두산에너빌리티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95,400원 (034020)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034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📈 골든크로스 발생! (단기 상승 신호)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57.89</a:t>
            </a:r>
          </a:p>
          <a:p>
            <a:pPr>
              <a:defRPr sz="1400"/>
            </a:pPr>
            <a:r>
              <a:t>거래량: 9390.0억원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KB금융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151,400원 (105560)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관망 (중립)</a:t>
            </a:r>
          </a:p>
        </p:txBody>
      </p:sp>
      <p:pic>
        <p:nvPicPr>
          <p:cNvPr id="4" name="Picture 3" descr="chart_105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pPr>
              <a:spcAft>
                <a:spcPts val="1000"/>
              </a:spcAft>
              <a:defRPr sz="1400"/>
            </a:pPr>
            <a:r>
              <a:t>• 🔥 과매수 구간 (RSI &gt; 70) - 차익 실현 고려</a:t>
            </a:r>
          </a:p>
          <a:p>
            <a:br/>
            <a:pPr>
              <a:defRPr sz="1400"/>
            </a:pPr>
            <a:r>
              <a:t>RSI: 71.14</a:t>
            </a:r>
          </a:p>
          <a:p>
            <a:pPr>
              <a:defRPr sz="1400"/>
            </a:pPr>
            <a:r>
              <a:t>거래량: 2524.0억원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셀트리온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230,000원 (068270)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강력 매수 권장</a:t>
            </a:r>
          </a:p>
        </p:txBody>
      </p:sp>
      <p:pic>
        <p:nvPicPr>
          <p:cNvPr id="4" name="Picture 3" descr="chart_068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pPr>
              <a:spcAft>
                <a:spcPts val="1000"/>
              </a:spcAft>
              <a:defRPr sz="1400"/>
            </a:pPr>
            <a:r>
              <a:t>• 🌊 MACD 상향 돌파 (추세 전환 신호)</a:t>
            </a:r>
          </a:p>
          <a:p>
            <a:pPr>
              <a:spcAft>
                <a:spcPts val="1000"/>
              </a:spcAft>
              <a:defRPr sz="1400"/>
            </a:pPr>
            <a:r>
              <a:t>• 📢 거래량 급증 (전일 대비 활발)</a:t>
            </a:r>
          </a:p>
          <a:p>
            <a:br/>
            <a:pPr>
              <a:defRPr sz="1400"/>
            </a:pPr>
            <a:r>
              <a:t>RSI: 67.86</a:t>
            </a:r>
          </a:p>
          <a:p>
            <a:pPr>
              <a:defRPr sz="1400"/>
            </a:pPr>
            <a:r>
              <a:t>거래량: 3686.0억원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삼성물산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312,500원 (028260)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028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61.77</a:t>
            </a:r>
          </a:p>
          <a:p>
            <a:pPr>
              <a:defRPr sz="1400"/>
            </a:pPr>
            <a:r>
              <a:t>거래량: 1754.0억원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0000"/>
                </a:solidFill>
              </a:defRPr>
            </a:pPr>
            <a:r>
              <a:t>한국전력</a:t>
            </a:r>
          </a:p>
          <a:p>
            <a:pPr>
              <a:defRPr sz="2400">
                <a:solidFill>
                  <a:srgbClr val="505050"/>
                </a:solidFill>
              </a:defRPr>
            </a:pPr>
            <a:r>
              <a:t>62,600원 (015760)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0" y="365760"/>
            <a:ext cx="2286000" cy="7315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매수 관점</a:t>
            </a:r>
          </a:p>
        </p:txBody>
      </p:sp>
      <p:pic>
        <p:nvPicPr>
          <p:cNvPr id="4" name="Picture 3" descr="chart_015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323232"/>
                </a:solidFill>
              </a:defRPr>
            </a:pPr>
            <a:r>
              <a:t>핵심 포인트</a:t>
            </a:r>
          </a:p>
          <a:p>
            <a:pPr>
              <a:spcAft>
                <a:spcPts val="1000"/>
              </a:spcAft>
              <a:defRPr sz="1400"/>
            </a:pPr>
            <a:r>
              <a:t>• 🚀 정배열 상승 추세 (강력한 매수 구간)</a:t>
            </a:r>
          </a:p>
          <a:p>
            <a:br/>
            <a:pPr>
              <a:defRPr sz="1400"/>
            </a:pPr>
            <a:r>
              <a:t>RSI: 60.12</a:t>
            </a:r>
          </a:p>
          <a:p>
            <a:pPr>
              <a:defRPr sz="1400"/>
            </a:pPr>
            <a:r>
              <a:t>거래량: 1702.0억원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